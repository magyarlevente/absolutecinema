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613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415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686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862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2116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7565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9042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560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0171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769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0914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F71D3-47CD-4191-8BB7-C6A6AAC89E81}" type="datetimeFigureOut">
              <a:rPr lang="hu-HU" smtClean="0"/>
              <a:t>2025. 10. 14.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0BDA73-7F03-4EB7-96BC-F8529DD6780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286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CD6631A8-C7CC-2624-95AC-EB22C50C9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hu-HU" sz="5200" dirty="0" err="1">
                <a:solidFill>
                  <a:schemeClr val="tx2"/>
                </a:solidFill>
              </a:rPr>
              <a:t>AbsoluteCinema</a:t>
            </a:r>
            <a:endParaRPr lang="hu-HU" sz="5200" dirty="0">
              <a:solidFill>
                <a:schemeClr val="tx2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6D591A0-1B8F-6CC3-9F7E-86021D576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endParaRPr lang="hu-HU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27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2F4334C-2ED6-1E1D-69C3-11C9DACA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564" y="38893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hu-HU" sz="3600" dirty="0">
                <a:solidFill>
                  <a:schemeClr val="tx2"/>
                </a:solidFill>
              </a:rPr>
              <a:t>Csapattagok, felosztás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89F104-7CEE-3927-47E2-998C1CDE4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71" y="2963736"/>
            <a:ext cx="5869858" cy="2632926"/>
          </a:xfrm>
        </p:spPr>
        <p:txBody>
          <a:bodyPr>
            <a:normAutofit/>
          </a:bodyPr>
          <a:lstStyle/>
          <a:p>
            <a:r>
              <a:rPr lang="hu-HU" sz="2000" b="1" dirty="0">
                <a:solidFill>
                  <a:schemeClr val="tx2"/>
                </a:solidFill>
              </a:rPr>
              <a:t>Magyar Levente</a:t>
            </a:r>
            <a:r>
              <a:rPr lang="hu-HU" sz="2000" dirty="0">
                <a:solidFill>
                  <a:schemeClr val="tx2"/>
                </a:solidFill>
              </a:rPr>
              <a:t>: Backend, üzleti logika</a:t>
            </a:r>
          </a:p>
          <a:p>
            <a:r>
              <a:rPr lang="hu-HU" sz="2000" b="1" dirty="0">
                <a:solidFill>
                  <a:schemeClr val="tx2"/>
                </a:solidFill>
              </a:rPr>
              <a:t>Tarr András</a:t>
            </a:r>
            <a:r>
              <a:rPr lang="hu-HU" sz="2000" dirty="0">
                <a:solidFill>
                  <a:schemeClr val="tx2"/>
                </a:solidFill>
              </a:rPr>
              <a:t>: Frontend</a:t>
            </a:r>
          </a:p>
          <a:p>
            <a:r>
              <a:rPr lang="hu-HU" sz="2000" b="1" dirty="0" err="1">
                <a:solidFill>
                  <a:schemeClr val="tx2"/>
                </a:solidFill>
              </a:rPr>
              <a:t>Brekovszki</a:t>
            </a:r>
            <a:r>
              <a:rPr lang="hu-HU" sz="2000" b="1" dirty="0">
                <a:solidFill>
                  <a:schemeClr val="tx2"/>
                </a:solidFill>
              </a:rPr>
              <a:t> László</a:t>
            </a:r>
            <a:r>
              <a:rPr lang="hu-HU" sz="2000" dirty="0">
                <a:solidFill>
                  <a:schemeClr val="tx2"/>
                </a:solidFill>
              </a:rPr>
              <a:t>: Frontend</a:t>
            </a:r>
          </a:p>
          <a:p>
            <a:r>
              <a:rPr lang="hu-HU" sz="2000" b="1" dirty="0">
                <a:solidFill>
                  <a:schemeClr val="tx2"/>
                </a:solidFill>
              </a:rPr>
              <a:t>Hudák Péter</a:t>
            </a:r>
            <a:r>
              <a:rPr lang="hu-HU" sz="2000" dirty="0">
                <a:solidFill>
                  <a:schemeClr val="tx2"/>
                </a:solidFill>
              </a:rPr>
              <a:t>: Adatkezelés, Adatbázis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359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83DD64-75E3-4E39-6A3B-B90D7FB18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65839"/>
            <a:ext cx="9833548" cy="767610"/>
          </a:xfrm>
        </p:spPr>
        <p:txBody>
          <a:bodyPr anchor="b">
            <a:normAutofit/>
          </a:bodyPr>
          <a:lstStyle/>
          <a:p>
            <a:pPr algn="ctr"/>
            <a:r>
              <a:rPr lang="hu-HU" sz="3600" b="1" cap="small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projekt célja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FDE080-9717-618E-4DDB-1B198841E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15" y="1535791"/>
            <a:ext cx="3312445" cy="4877738"/>
          </a:xfrm>
        </p:spPr>
        <p:txBody>
          <a:bodyPr>
            <a:normAutofit/>
          </a:bodyPr>
          <a:lstStyle/>
          <a:p>
            <a:r>
              <a:rPr lang="hu-HU" sz="2400" dirty="0"/>
              <a:t>A cél egy asztali alkalmazás, amely lehetővé teszi a felhasználók számára, hogy filmeket, vetítéseket és ülőhelyeket foglaljanak. </a:t>
            </a:r>
            <a:endParaRPr lang="hu-HU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Kép 4" descr="A képen szöveg, elektronika, képernyőkép, tervezé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BE48D22-766D-D0FF-80BC-FE8C76EE6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960" y="1230989"/>
            <a:ext cx="7939795" cy="529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6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D328298-618E-A06F-69C2-D0E0FF63A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413" y="437625"/>
            <a:ext cx="5448730" cy="770751"/>
          </a:xfrm>
        </p:spPr>
        <p:txBody>
          <a:bodyPr anchor="b">
            <a:normAutofit fontScale="90000"/>
          </a:bodyPr>
          <a:lstStyle/>
          <a:p>
            <a:r>
              <a:rPr lang="hu-HU" sz="5200" b="1" cap="small" dirty="0">
                <a:solidFill>
                  <a:schemeClr val="tx2"/>
                </a:solidFill>
              </a:rPr>
              <a:t>Az app funkciói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EB948B-E460-6127-AF96-8A84B086B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4413" y="2268091"/>
            <a:ext cx="4724628" cy="232181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2"/>
                </a:solidFill>
              </a:rPr>
              <a:t>Film kiválasztása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2"/>
                </a:solidFill>
              </a:rPr>
              <a:t>Vetítési időpont kiválasztása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2"/>
                </a:solidFill>
              </a:rPr>
              <a:t>Ülőhely választás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2"/>
                </a:solidFill>
              </a:rPr>
              <a:t>Film értékelése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2"/>
                </a:solidFill>
              </a:rPr>
              <a:t>Felhasználói fiók létrehozása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142" y="2854"/>
            <a:ext cx="2783421" cy="2406445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417253" y="4456669"/>
            <a:ext cx="2783421" cy="2406445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282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FDA2B794-C02F-E16F-BC18-70BB81C9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174" y="652917"/>
            <a:ext cx="10753344" cy="857092"/>
          </a:xfrm>
        </p:spPr>
        <p:txBody>
          <a:bodyPr>
            <a:normAutofit/>
          </a:bodyPr>
          <a:lstStyle/>
          <a:p>
            <a:r>
              <a:rPr lang="hu-HU" sz="3600" b="1" cap="small" dirty="0">
                <a:solidFill>
                  <a:schemeClr val="tx2"/>
                </a:solidFill>
              </a:rPr>
              <a:t>Használt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9F4AA1-2FD2-3427-5F20-A56792E9B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8380" y="1510009"/>
            <a:ext cx="4103077" cy="4335499"/>
          </a:xfrm>
        </p:spPr>
        <p:txBody>
          <a:bodyPr anchor="ctr">
            <a:normAutofit/>
          </a:bodyPr>
          <a:lstStyle/>
          <a:p>
            <a:r>
              <a:rPr lang="hu-HU" sz="2400" dirty="0">
                <a:solidFill>
                  <a:schemeClr val="tx2"/>
                </a:solidFill>
              </a:rPr>
              <a:t>Java 17+</a:t>
            </a:r>
          </a:p>
          <a:p>
            <a:r>
              <a:rPr lang="hu-HU" sz="2400" dirty="0" err="1">
                <a:solidFill>
                  <a:schemeClr val="tx2"/>
                </a:solidFill>
              </a:rPr>
              <a:t>JavaFX</a:t>
            </a:r>
            <a:r>
              <a:rPr lang="hu-HU" sz="2400" dirty="0">
                <a:solidFill>
                  <a:schemeClr val="tx2"/>
                </a:solidFill>
              </a:rPr>
              <a:t> 21+</a:t>
            </a:r>
          </a:p>
          <a:p>
            <a:r>
              <a:rPr lang="hu-HU" sz="2400" dirty="0">
                <a:solidFill>
                  <a:schemeClr val="tx2"/>
                </a:solidFill>
              </a:rPr>
              <a:t> </a:t>
            </a:r>
            <a:r>
              <a:rPr lang="hu-HU" sz="2400" dirty="0" err="1">
                <a:solidFill>
                  <a:schemeClr val="tx2"/>
                </a:solidFill>
              </a:rPr>
              <a:t>Scene</a:t>
            </a:r>
            <a:r>
              <a:rPr lang="hu-HU" sz="2400" dirty="0">
                <a:solidFill>
                  <a:schemeClr val="tx2"/>
                </a:solidFill>
              </a:rPr>
              <a:t> </a:t>
            </a:r>
            <a:r>
              <a:rPr lang="hu-HU" sz="2400" dirty="0" err="1">
                <a:solidFill>
                  <a:schemeClr val="tx2"/>
                </a:solidFill>
              </a:rPr>
              <a:t>Builder</a:t>
            </a:r>
            <a:endParaRPr lang="hu-HU" sz="2400" dirty="0">
              <a:solidFill>
                <a:schemeClr val="tx2"/>
              </a:solidFill>
            </a:endParaRPr>
          </a:p>
          <a:p>
            <a:r>
              <a:rPr lang="hu-HU" sz="2400" dirty="0">
                <a:solidFill>
                  <a:schemeClr val="tx2"/>
                </a:solidFill>
              </a:rPr>
              <a:t>JSON</a:t>
            </a:r>
          </a:p>
          <a:p>
            <a:r>
              <a:rPr lang="hu-HU" sz="2400" dirty="0">
                <a:solidFill>
                  <a:schemeClr val="tx2"/>
                </a:solidFill>
              </a:rPr>
              <a:t>SQL</a:t>
            </a:r>
          </a:p>
          <a:p>
            <a:r>
              <a:rPr lang="hu-HU" sz="2400" dirty="0">
                <a:solidFill>
                  <a:schemeClr val="tx2"/>
                </a:solidFill>
              </a:rPr>
              <a:t>GitHub</a:t>
            </a:r>
          </a:p>
          <a:p>
            <a:r>
              <a:rPr lang="hu-HU" sz="2400" dirty="0" err="1">
                <a:solidFill>
                  <a:schemeClr val="tx2"/>
                </a:solidFill>
              </a:rPr>
              <a:t>Trello</a:t>
            </a:r>
            <a:endParaRPr lang="hu-HU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1362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BCBBFB7-FBC3-6DB9-C20A-144184C1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57861"/>
            <a:ext cx="9833548" cy="1066802"/>
          </a:xfrm>
        </p:spPr>
        <p:txBody>
          <a:bodyPr anchor="b">
            <a:normAutofit/>
          </a:bodyPr>
          <a:lstStyle/>
          <a:p>
            <a:pPr algn="ctr"/>
            <a:r>
              <a:rPr lang="hu-HU" sz="3600" b="1" cap="small" dirty="0">
                <a:solidFill>
                  <a:schemeClr val="tx2"/>
                </a:solidFill>
              </a:rPr>
              <a:t>Fejlesztési ütemterv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D5A67E4-42FB-7315-B66C-C6DFB76F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6980" y="2878780"/>
            <a:ext cx="7945109" cy="2450303"/>
          </a:xfrm>
        </p:spPr>
        <p:txBody>
          <a:bodyPr anchor="ctr">
            <a:normAutofit/>
          </a:bodyPr>
          <a:lstStyle/>
          <a:p>
            <a:r>
              <a:rPr lang="hu-HU" sz="2400" dirty="0">
                <a:solidFill>
                  <a:schemeClr val="tx2"/>
                </a:solidFill>
              </a:rPr>
              <a:t>Október: tervezés, GUI vázlat, Backend logika elkezdése</a:t>
            </a:r>
          </a:p>
          <a:p>
            <a:r>
              <a:rPr lang="hu-HU" sz="2400" dirty="0">
                <a:solidFill>
                  <a:schemeClr val="tx2"/>
                </a:solidFill>
              </a:rPr>
              <a:t>November: Backend logika, GUI, Adatkezelés</a:t>
            </a:r>
          </a:p>
          <a:p>
            <a:r>
              <a:rPr lang="hu-HU" sz="2400" dirty="0">
                <a:solidFill>
                  <a:schemeClr val="tx2"/>
                </a:solidFill>
              </a:rPr>
              <a:t>December: tesztelés, finomítás</a:t>
            </a:r>
          </a:p>
        </p:txBody>
      </p:sp>
    </p:spTree>
    <p:extLst>
      <p:ext uri="{BB962C8B-B14F-4D97-AF65-F5344CB8AC3E}">
        <p14:creationId xmlns:p14="http://schemas.microsoft.com/office/powerpoint/2010/main" val="2019917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</TotalTime>
  <Words>104</Words>
  <Application>Microsoft Office PowerPoint</Application>
  <PresentationFormat>Szélesvásznú</PresentationFormat>
  <Paragraphs>26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AbsoluteCinema</vt:lpstr>
      <vt:lpstr>Csapattagok, felosztás</vt:lpstr>
      <vt:lpstr>A projekt célja</vt:lpstr>
      <vt:lpstr>Az app funkciói</vt:lpstr>
      <vt:lpstr>Használt technológiák</vt:lpstr>
      <vt:lpstr>Fejlesztési ütemterv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Magyar Levente</dc:creator>
  <cp:lastModifiedBy>Magyar Levente</cp:lastModifiedBy>
  <cp:revision>4</cp:revision>
  <dcterms:created xsi:type="dcterms:W3CDTF">2025-10-10T14:20:50Z</dcterms:created>
  <dcterms:modified xsi:type="dcterms:W3CDTF">2025-10-14T08:03:13Z</dcterms:modified>
</cp:coreProperties>
</file>